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8900775" cy="5039995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74">
          <p15:clr>
            <a:srgbClr val="A4A3A4"/>
          </p15:clr>
        </p15:guide>
        <p15:guide id="2" pos="595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17" d="100"/>
          <a:sy n="17" d="100"/>
        </p:scale>
        <p:origin x="3720" y="192"/>
      </p:cViewPr>
      <p:guideLst>
        <p:guide orient="horz" pos="15874"/>
        <p:guide pos="595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7558" y="8248329"/>
            <a:ext cx="16065659" cy="17546649"/>
          </a:xfrm>
        </p:spPr>
        <p:txBody>
          <a:bodyPr anchor="b"/>
          <a:lstStyle>
            <a:lvl1pPr algn="ctr">
              <a:defRPr sz="1240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597" y="26471644"/>
            <a:ext cx="14175581" cy="12168318"/>
          </a:xfrm>
        </p:spPr>
        <p:txBody>
          <a:bodyPr/>
          <a:lstStyle>
            <a:lvl1pPr marL="0" indent="0" algn="ctr">
              <a:buNone/>
              <a:defRPr sz="4961"/>
            </a:lvl1pPr>
            <a:lvl2pPr marL="945032" indent="0" algn="ctr">
              <a:buNone/>
              <a:defRPr sz="4134"/>
            </a:lvl2pPr>
            <a:lvl3pPr marL="1890065" indent="0" algn="ctr">
              <a:buNone/>
              <a:defRPr sz="3721"/>
            </a:lvl3pPr>
            <a:lvl4pPr marL="2835097" indent="0" algn="ctr">
              <a:buNone/>
              <a:defRPr sz="3307"/>
            </a:lvl4pPr>
            <a:lvl5pPr marL="3780130" indent="0" algn="ctr">
              <a:buNone/>
              <a:defRPr sz="3307"/>
            </a:lvl5pPr>
            <a:lvl6pPr marL="4725162" indent="0" algn="ctr">
              <a:buNone/>
              <a:defRPr sz="3307"/>
            </a:lvl6pPr>
            <a:lvl7pPr marL="5670194" indent="0" algn="ctr">
              <a:buNone/>
              <a:defRPr sz="3307"/>
            </a:lvl7pPr>
            <a:lvl8pPr marL="6615227" indent="0" algn="ctr">
              <a:buNone/>
              <a:defRPr sz="3307"/>
            </a:lvl8pPr>
            <a:lvl9pPr marL="7560259" indent="0" algn="ctr">
              <a:buNone/>
              <a:defRPr sz="33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BEF8A-3481-C2B7-BA27-BECB1C5AF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85FA7A-3AD6-4D48-B90E-99508A1373FF}" type="datetimeFigureOut">
              <a:rPr lang="en-ID"/>
              <a:pPr>
                <a:defRPr/>
              </a:pPr>
              <a:t>29/06/2026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61A83-353F-669C-B398-291A64F89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97ADB-F32B-240C-5128-437B26BD3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5D50C8-85B0-4BD7-9193-C738B4840325}" type="slidenum">
              <a:rPr lang="en-ID" altLang="en-US"/>
              <a:pPr/>
              <a:t>‹#›</a:t>
            </a:fld>
            <a:endParaRPr lang="en-ID" altLang="en-US"/>
          </a:p>
        </p:txBody>
      </p:sp>
    </p:spTree>
    <p:extLst>
      <p:ext uri="{BB962C8B-B14F-4D97-AF65-F5344CB8AC3E}">
        <p14:creationId xmlns:p14="http://schemas.microsoft.com/office/powerpoint/2010/main" val="127608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8EBFB-E942-3975-AC35-03131A3F1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9C24E6-4EF0-4B79-8D99-CA35A35F6BB6}" type="datetimeFigureOut">
              <a:rPr lang="en-ID"/>
              <a:pPr>
                <a:defRPr/>
              </a:pPr>
              <a:t>29/06/2026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098E9-54C6-BF0B-3A91-53BE49133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3E2DC-C95F-27B7-D0A1-6B09C8514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F6C24F-90F6-41D7-902B-6D1B6F42DFE8}" type="slidenum">
              <a:rPr lang="en-ID" altLang="en-US"/>
              <a:pPr/>
              <a:t>‹#›</a:t>
            </a:fld>
            <a:endParaRPr lang="en-ID" altLang="en-US"/>
          </a:p>
        </p:txBody>
      </p:sp>
    </p:spTree>
    <p:extLst>
      <p:ext uri="{BB962C8B-B14F-4D97-AF65-F5344CB8AC3E}">
        <p14:creationId xmlns:p14="http://schemas.microsoft.com/office/powerpoint/2010/main" val="1393458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9585" y="12565002"/>
            <a:ext cx="16301918" cy="20964976"/>
          </a:xfrm>
        </p:spPr>
        <p:txBody>
          <a:bodyPr anchor="b"/>
          <a:lstStyle>
            <a:lvl1pPr>
              <a:defRPr sz="1240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9585" y="33728315"/>
            <a:ext cx="16301918" cy="11024985"/>
          </a:xfrm>
        </p:spPr>
        <p:txBody>
          <a:bodyPr/>
          <a:lstStyle>
            <a:lvl1pPr marL="0" indent="0">
              <a:buNone/>
              <a:defRPr sz="4961">
                <a:solidFill>
                  <a:schemeClr val="tx1"/>
                </a:solidFill>
              </a:defRPr>
            </a:lvl1pPr>
            <a:lvl2pPr marL="945032" indent="0">
              <a:buNone/>
              <a:defRPr sz="4134">
                <a:solidFill>
                  <a:schemeClr val="tx1">
                    <a:tint val="75000"/>
                  </a:schemeClr>
                </a:solidFill>
              </a:defRPr>
            </a:lvl2pPr>
            <a:lvl3pPr marL="1890065" indent="0">
              <a:buNone/>
              <a:defRPr sz="3721">
                <a:solidFill>
                  <a:schemeClr val="tx1">
                    <a:tint val="75000"/>
                  </a:schemeClr>
                </a:solidFill>
              </a:defRPr>
            </a:lvl3pPr>
            <a:lvl4pPr marL="2835097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4pPr>
            <a:lvl5pPr marL="378013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5pPr>
            <a:lvl6pPr marL="4725162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6pPr>
            <a:lvl7pPr marL="5670194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7pPr>
            <a:lvl8pPr marL="6615227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8pPr>
            <a:lvl9pPr marL="7560259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64C60-81E0-3234-2DB7-CEEC234D8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60FF1D-E81A-4460-8654-8BF76287019D}" type="datetimeFigureOut">
              <a:rPr lang="en-ID"/>
              <a:pPr>
                <a:defRPr/>
              </a:pPr>
              <a:t>29/06/2026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911363-54A7-4AF1-9DAF-BF5A21A25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D2A09-29B6-83AB-8602-66CF7D47C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A514A5-60F9-4438-96F0-E95A1F4BFC52}" type="slidenum">
              <a:rPr lang="en-ID" altLang="en-US"/>
              <a:pPr/>
              <a:t>‹#›</a:t>
            </a:fld>
            <a:endParaRPr lang="en-ID" altLang="en-US"/>
          </a:p>
        </p:txBody>
      </p:sp>
    </p:spTree>
    <p:extLst>
      <p:ext uri="{BB962C8B-B14F-4D97-AF65-F5344CB8AC3E}">
        <p14:creationId xmlns:p14="http://schemas.microsoft.com/office/powerpoint/2010/main" val="3652756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9428" y="13416653"/>
            <a:ext cx="8032829" cy="319783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68518" y="13416653"/>
            <a:ext cx="8032829" cy="319783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3055B4F-96B2-813A-F30F-F7A13A5AB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C692BA-47C4-4C9A-A84D-57B3AF0837BD}" type="datetimeFigureOut">
              <a:rPr lang="en-ID"/>
              <a:pPr>
                <a:defRPr/>
              </a:pPr>
              <a:t>29/06/2026</a:t>
            </a:fld>
            <a:endParaRPr lang="en-ID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89BD320-1737-59D8-F66B-6AC44634D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D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D420401-3D49-86CE-5CC1-468D9B265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E3BF13-F820-4F73-840F-6BF80640BCAB}" type="slidenum">
              <a:rPr lang="en-ID" altLang="en-US"/>
              <a:pPr/>
              <a:t>‹#›</a:t>
            </a:fld>
            <a:endParaRPr lang="en-ID" altLang="en-US"/>
          </a:p>
        </p:txBody>
      </p:sp>
    </p:spTree>
    <p:extLst>
      <p:ext uri="{BB962C8B-B14F-4D97-AF65-F5344CB8AC3E}">
        <p14:creationId xmlns:p14="http://schemas.microsoft.com/office/powerpoint/2010/main" val="2099226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1890" y="2683342"/>
            <a:ext cx="16301918" cy="97416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1892" y="12354992"/>
            <a:ext cx="7995913" cy="6054990"/>
          </a:xfrm>
        </p:spPr>
        <p:txBody>
          <a:bodyPr anchor="b"/>
          <a:lstStyle>
            <a:lvl1pPr marL="0" indent="0">
              <a:buNone/>
              <a:defRPr sz="4961" b="1"/>
            </a:lvl1pPr>
            <a:lvl2pPr marL="945032" indent="0">
              <a:buNone/>
              <a:defRPr sz="4134" b="1"/>
            </a:lvl2pPr>
            <a:lvl3pPr marL="1890065" indent="0">
              <a:buNone/>
              <a:defRPr sz="3721" b="1"/>
            </a:lvl3pPr>
            <a:lvl4pPr marL="2835097" indent="0">
              <a:buNone/>
              <a:defRPr sz="3307" b="1"/>
            </a:lvl4pPr>
            <a:lvl5pPr marL="3780130" indent="0">
              <a:buNone/>
              <a:defRPr sz="3307" b="1"/>
            </a:lvl5pPr>
            <a:lvl6pPr marL="4725162" indent="0">
              <a:buNone/>
              <a:defRPr sz="3307" b="1"/>
            </a:lvl6pPr>
            <a:lvl7pPr marL="5670194" indent="0">
              <a:buNone/>
              <a:defRPr sz="3307" b="1"/>
            </a:lvl7pPr>
            <a:lvl8pPr marL="6615227" indent="0">
              <a:buNone/>
              <a:defRPr sz="3307" b="1"/>
            </a:lvl8pPr>
            <a:lvl9pPr marL="7560259" indent="0">
              <a:buNone/>
              <a:defRPr sz="3307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01892" y="18409982"/>
            <a:ext cx="7995913" cy="2707831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568518" y="12354992"/>
            <a:ext cx="8035291" cy="6054990"/>
          </a:xfrm>
        </p:spPr>
        <p:txBody>
          <a:bodyPr anchor="b"/>
          <a:lstStyle>
            <a:lvl1pPr marL="0" indent="0">
              <a:buNone/>
              <a:defRPr sz="4961" b="1"/>
            </a:lvl1pPr>
            <a:lvl2pPr marL="945032" indent="0">
              <a:buNone/>
              <a:defRPr sz="4134" b="1"/>
            </a:lvl2pPr>
            <a:lvl3pPr marL="1890065" indent="0">
              <a:buNone/>
              <a:defRPr sz="3721" b="1"/>
            </a:lvl3pPr>
            <a:lvl4pPr marL="2835097" indent="0">
              <a:buNone/>
              <a:defRPr sz="3307" b="1"/>
            </a:lvl4pPr>
            <a:lvl5pPr marL="3780130" indent="0">
              <a:buNone/>
              <a:defRPr sz="3307" b="1"/>
            </a:lvl5pPr>
            <a:lvl6pPr marL="4725162" indent="0">
              <a:buNone/>
              <a:defRPr sz="3307" b="1"/>
            </a:lvl6pPr>
            <a:lvl7pPr marL="5670194" indent="0">
              <a:buNone/>
              <a:defRPr sz="3307" b="1"/>
            </a:lvl7pPr>
            <a:lvl8pPr marL="6615227" indent="0">
              <a:buNone/>
              <a:defRPr sz="3307" b="1"/>
            </a:lvl8pPr>
            <a:lvl9pPr marL="7560259" indent="0">
              <a:buNone/>
              <a:defRPr sz="3307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568518" y="18409982"/>
            <a:ext cx="8035291" cy="2707831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BB63D1A-128B-A7FD-4045-715140FC9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9E37BE-95F8-409B-AC1C-AF06EDF26F87}" type="datetimeFigureOut">
              <a:rPr lang="en-ID"/>
              <a:pPr>
                <a:defRPr/>
              </a:pPr>
              <a:t>29/06/2026</a:t>
            </a:fld>
            <a:endParaRPr lang="en-ID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1215E45-2B34-5006-8CDF-9B35FB3B4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D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025A5AC-98D5-A5C8-00F6-640B374CB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26D18F-2470-46DA-B3DE-5388CD564300}" type="slidenum">
              <a:rPr lang="en-ID" altLang="en-US"/>
              <a:pPr/>
              <a:t>‹#›</a:t>
            </a:fld>
            <a:endParaRPr lang="en-ID" altLang="en-US"/>
          </a:p>
        </p:txBody>
      </p:sp>
    </p:spTree>
    <p:extLst>
      <p:ext uri="{BB962C8B-B14F-4D97-AF65-F5344CB8AC3E}">
        <p14:creationId xmlns:p14="http://schemas.microsoft.com/office/powerpoint/2010/main" val="1474056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AECD8AD-E1F6-A149-7FFF-465E2A70B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B9BB8A-353C-42D8-AF10-4D53497AD567}" type="datetimeFigureOut">
              <a:rPr lang="en-ID"/>
              <a:pPr>
                <a:defRPr/>
              </a:pPr>
              <a:t>29/06/2026</a:t>
            </a:fld>
            <a:endParaRPr lang="en-ID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AA041CC-4D66-10A8-3982-FF5561675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D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EA6249B-748B-B71A-6B60-B448724D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D4F3A9-65C5-4C0E-BDFC-267166C71F78}" type="slidenum">
              <a:rPr lang="en-ID" altLang="en-US"/>
              <a:pPr/>
              <a:t>‹#›</a:t>
            </a:fld>
            <a:endParaRPr lang="en-ID" altLang="en-US"/>
          </a:p>
        </p:txBody>
      </p:sp>
    </p:spTree>
    <p:extLst>
      <p:ext uri="{BB962C8B-B14F-4D97-AF65-F5344CB8AC3E}">
        <p14:creationId xmlns:p14="http://schemas.microsoft.com/office/powerpoint/2010/main" val="143540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054B024-FD00-8E14-D905-C42EB7CF2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232FC6-0962-464E-8505-CED60BF1C37C}" type="datetimeFigureOut">
              <a:rPr lang="en-ID"/>
              <a:pPr>
                <a:defRPr/>
              </a:pPr>
              <a:t>29/06/2026</a:t>
            </a:fld>
            <a:endParaRPr lang="en-ID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DA86244-D482-409B-1ED9-3377AB507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D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D97D5D0-F559-87A4-42B2-C7C9C189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A3F464-A42B-45E1-802F-946ED4B5218A}" type="slidenum">
              <a:rPr lang="en-ID" altLang="en-US"/>
              <a:pPr/>
              <a:t>‹#›</a:t>
            </a:fld>
            <a:endParaRPr lang="en-ID" altLang="en-US"/>
          </a:p>
        </p:txBody>
      </p:sp>
    </p:spTree>
    <p:extLst>
      <p:ext uri="{BB962C8B-B14F-4D97-AF65-F5344CB8AC3E}">
        <p14:creationId xmlns:p14="http://schemas.microsoft.com/office/powerpoint/2010/main" val="4052187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1890" y="3359997"/>
            <a:ext cx="6095992" cy="11759988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35291" y="7256671"/>
            <a:ext cx="9568517" cy="35816631"/>
          </a:xfrm>
        </p:spPr>
        <p:txBody>
          <a:bodyPr/>
          <a:lstStyle>
            <a:lvl1pPr>
              <a:defRPr sz="6614"/>
            </a:lvl1pPr>
            <a:lvl2pPr>
              <a:defRPr sz="5788"/>
            </a:lvl2pPr>
            <a:lvl3pPr>
              <a:defRPr sz="4961"/>
            </a:lvl3pPr>
            <a:lvl4pPr>
              <a:defRPr sz="4134"/>
            </a:lvl4pPr>
            <a:lvl5pPr>
              <a:defRPr sz="4134"/>
            </a:lvl5pPr>
            <a:lvl6pPr>
              <a:defRPr sz="4134"/>
            </a:lvl6pPr>
            <a:lvl7pPr>
              <a:defRPr sz="4134"/>
            </a:lvl7pPr>
            <a:lvl8pPr>
              <a:defRPr sz="4134"/>
            </a:lvl8pPr>
            <a:lvl9pPr>
              <a:defRPr sz="4134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1890" y="15119985"/>
            <a:ext cx="6095992" cy="28011643"/>
          </a:xfrm>
        </p:spPr>
        <p:txBody>
          <a:bodyPr/>
          <a:lstStyle>
            <a:lvl1pPr marL="0" indent="0">
              <a:buNone/>
              <a:defRPr sz="3307"/>
            </a:lvl1pPr>
            <a:lvl2pPr marL="945032" indent="0">
              <a:buNone/>
              <a:defRPr sz="2894"/>
            </a:lvl2pPr>
            <a:lvl3pPr marL="1890065" indent="0">
              <a:buNone/>
              <a:defRPr sz="2480"/>
            </a:lvl3pPr>
            <a:lvl4pPr marL="2835097" indent="0">
              <a:buNone/>
              <a:defRPr sz="2067"/>
            </a:lvl4pPr>
            <a:lvl5pPr marL="3780130" indent="0">
              <a:buNone/>
              <a:defRPr sz="2067"/>
            </a:lvl5pPr>
            <a:lvl6pPr marL="4725162" indent="0">
              <a:buNone/>
              <a:defRPr sz="2067"/>
            </a:lvl6pPr>
            <a:lvl7pPr marL="5670194" indent="0">
              <a:buNone/>
              <a:defRPr sz="2067"/>
            </a:lvl7pPr>
            <a:lvl8pPr marL="6615227" indent="0">
              <a:buNone/>
              <a:defRPr sz="2067"/>
            </a:lvl8pPr>
            <a:lvl9pPr marL="7560259" indent="0">
              <a:buNone/>
              <a:defRPr sz="206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4E0668D-9553-0E29-1A3B-3E29F236A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94C42A-765D-4E99-8792-3B440557EA75}" type="datetimeFigureOut">
              <a:rPr lang="en-ID"/>
              <a:pPr>
                <a:defRPr/>
              </a:pPr>
              <a:t>29/06/2026</a:t>
            </a:fld>
            <a:endParaRPr lang="en-ID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08C809F-1109-4953-6097-D2C926657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D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F415D29-3317-C09D-6F84-9E079044B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21DC32-46AB-47C8-B579-DE0EEEC9B1C3}" type="slidenum">
              <a:rPr lang="en-ID" altLang="en-US"/>
              <a:pPr/>
              <a:t>‹#›</a:t>
            </a:fld>
            <a:endParaRPr lang="en-ID" altLang="en-US"/>
          </a:p>
        </p:txBody>
      </p:sp>
    </p:spTree>
    <p:extLst>
      <p:ext uri="{BB962C8B-B14F-4D97-AF65-F5344CB8AC3E}">
        <p14:creationId xmlns:p14="http://schemas.microsoft.com/office/powerpoint/2010/main" val="2367016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1890" y="3359997"/>
            <a:ext cx="6095992" cy="11759988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35291" y="7256671"/>
            <a:ext cx="9568517" cy="35816631"/>
          </a:xfrm>
        </p:spPr>
        <p:txBody>
          <a:bodyPr rtlCol="0">
            <a:normAutofit/>
          </a:bodyPr>
          <a:lstStyle>
            <a:lvl1pPr marL="0" indent="0">
              <a:buNone/>
              <a:defRPr sz="6614"/>
            </a:lvl1pPr>
            <a:lvl2pPr marL="945032" indent="0">
              <a:buNone/>
              <a:defRPr sz="5788"/>
            </a:lvl2pPr>
            <a:lvl3pPr marL="1890065" indent="0">
              <a:buNone/>
              <a:defRPr sz="4961"/>
            </a:lvl3pPr>
            <a:lvl4pPr marL="2835097" indent="0">
              <a:buNone/>
              <a:defRPr sz="4134"/>
            </a:lvl4pPr>
            <a:lvl5pPr marL="3780130" indent="0">
              <a:buNone/>
              <a:defRPr sz="4134"/>
            </a:lvl5pPr>
            <a:lvl6pPr marL="4725162" indent="0">
              <a:buNone/>
              <a:defRPr sz="4134"/>
            </a:lvl6pPr>
            <a:lvl7pPr marL="5670194" indent="0">
              <a:buNone/>
              <a:defRPr sz="4134"/>
            </a:lvl7pPr>
            <a:lvl8pPr marL="6615227" indent="0">
              <a:buNone/>
              <a:defRPr sz="4134"/>
            </a:lvl8pPr>
            <a:lvl9pPr marL="7560259" indent="0">
              <a:buNone/>
              <a:defRPr sz="4134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1890" y="15119985"/>
            <a:ext cx="6095992" cy="28011643"/>
          </a:xfrm>
        </p:spPr>
        <p:txBody>
          <a:bodyPr/>
          <a:lstStyle>
            <a:lvl1pPr marL="0" indent="0">
              <a:buNone/>
              <a:defRPr sz="3307"/>
            </a:lvl1pPr>
            <a:lvl2pPr marL="945032" indent="0">
              <a:buNone/>
              <a:defRPr sz="2894"/>
            </a:lvl2pPr>
            <a:lvl3pPr marL="1890065" indent="0">
              <a:buNone/>
              <a:defRPr sz="2480"/>
            </a:lvl3pPr>
            <a:lvl4pPr marL="2835097" indent="0">
              <a:buNone/>
              <a:defRPr sz="2067"/>
            </a:lvl4pPr>
            <a:lvl5pPr marL="3780130" indent="0">
              <a:buNone/>
              <a:defRPr sz="2067"/>
            </a:lvl5pPr>
            <a:lvl6pPr marL="4725162" indent="0">
              <a:buNone/>
              <a:defRPr sz="2067"/>
            </a:lvl6pPr>
            <a:lvl7pPr marL="5670194" indent="0">
              <a:buNone/>
              <a:defRPr sz="2067"/>
            </a:lvl7pPr>
            <a:lvl8pPr marL="6615227" indent="0">
              <a:buNone/>
              <a:defRPr sz="2067"/>
            </a:lvl8pPr>
            <a:lvl9pPr marL="7560259" indent="0">
              <a:buNone/>
              <a:defRPr sz="206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EDF17D3-A189-671F-87C9-D53E1138C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1469E1-B817-4996-B42E-3B5D25B00237}" type="datetimeFigureOut">
              <a:rPr lang="en-ID"/>
              <a:pPr>
                <a:defRPr/>
              </a:pPr>
              <a:t>29/06/2026</a:t>
            </a:fld>
            <a:endParaRPr lang="en-ID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F1A5CDF-A5FC-648E-E9E4-8DDD78FA2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D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3B2260-37AB-46DD-7C8A-C6201DA23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183A5B-CE2C-4C00-B945-F13EB2AC3D0B}" type="slidenum">
              <a:rPr lang="en-ID" altLang="en-US"/>
              <a:pPr/>
              <a:t>‹#›</a:t>
            </a:fld>
            <a:endParaRPr lang="en-ID" altLang="en-US"/>
          </a:p>
        </p:txBody>
      </p:sp>
    </p:spTree>
    <p:extLst>
      <p:ext uri="{BB962C8B-B14F-4D97-AF65-F5344CB8AC3E}">
        <p14:creationId xmlns:p14="http://schemas.microsoft.com/office/powerpoint/2010/main" val="387781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3AD41-5507-A252-ADB6-43BD5EC21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85F3B3-3BF1-4D78-B8D1-FB61002845E5}" type="datetimeFigureOut">
              <a:rPr lang="en-ID"/>
              <a:pPr>
                <a:defRPr/>
              </a:pPr>
              <a:t>29/06/2026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B2B96-3B8F-ABC8-1354-535B1651F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B1A0D-821D-4031-F6ED-56CF53AFB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1B52E9-B464-4E67-AF21-6154605CD388}" type="slidenum">
              <a:rPr lang="en-ID" altLang="en-US"/>
              <a:pPr/>
              <a:t>‹#›</a:t>
            </a:fld>
            <a:endParaRPr lang="en-ID" altLang="en-US"/>
          </a:p>
        </p:txBody>
      </p:sp>
    </p:spTree>
    <p:extLst>
      <p:ext uri="{BB962C8B-B14F-4D97-AF65-F5344CB8AC3E}">
        <p14:creationId xmlns:p14="http://schemas.microsoft.com/office/powerpoint/2010/main" val="1447103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525868" y="2683331"/>
            <a:ext cx="4075480" cy="42711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9429" y="2683331"/>
            <a:ext cx="11990179" cy="4271162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3DCDF-558B-F904-1A75-1B0D59CEA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80147-0411-4DB1-A6C1-4D00352B8053}" type="datetimeFigureOut">
              <a:rPr lang="en-ID"/>
              <a:pPr>
                <a:defRPr/>
              </a:pPr>
              <a:t>29/06/2026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641F8-58F6-4CB9-091E-8F0D9B543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B27E1-2FFA-DF94-029B-5A845C179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4EF575-F960-4C83-A067-9E23570165E2}" type="slidenum">
              <a:rPr lang="en-ID" altLang="en-US"/>
              <a:pPr/>
              <a:t>‹#›</a:t>
            </a:fld>
            <a:endParaRPr lang="en-ID" altLang="en-US"/>
          </a:p>
        </p:txBody>
      </p:sp>
    </p:spTree>
    <p:extLst>
      <p:ext uri="{BB962C8B-B14F-4D97-AF65-F5344CB8AC3E}">
        <p14:creationId xmlns:p14="http://schemas.microsoft.com/office/powerpoint/2010/main" val="3264970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FC6C5AF-22CD-29D3-C99A-8FC85EDC9DA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300163" y="2682875"/>
            <a:ext cx="16300450" cy="974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664BC8BE-30C7-CCE7-2790-35AA58D59EC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300163" y="13415963"/>
            <a:ext cx="16300450" cy="3197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BF4F9-0604-D824-5D1E-873F9FDE65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00163" y="46713775"/>
            <a:ext cx="4251325" cy="2682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248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EEC66E6-5B0F-4EE2-B6CC-B00F0BD40DB4}" type="datetimeFigureOut">
              <a:rPr lang="en-ID"/>
              <a:pPr>
                <a:defRPr/>
              </a:pPr>
              <a:t>29/06/2026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A971C-1614-6203-E7ED-F740F330F5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61100" y="46713775"/>
            <a:ext cx="6378575" cy="2682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248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CADDC-64BA-DB16-FB95-143563C561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349288" y="46713775"/>
            <a:ext cx="4251325" cy="26828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2400">
                <a:solidFill>
                  <a:srgbClr val="898989"/>
                </a:solidFill>
              </a:defRPr>
            </a:lvl1pPr>
          </a:lstStyle>
          <a:p>
            <a:fld id="{E4B3DC09-B8BD-4A28-B222-1240C3158A70}" type="slidenum">
              <a:rPr lang="en-ID" altLang="en-US"/>
              <a:pPr/>
              <a:t>‹#›</a:t>
            </a:fld>
            <a:endParaRPr lang="en-ID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8891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90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8891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9000">
          <a:solidFill>
            <a:schemeClr val="tx1"/>
          </a:solidFill>
          <a:latin typeface="Calibri Light" panose="020F0302020204030204" pitchFamily="34" charset="0"/>
        </a:defRPr>
      </a:lvl2pPr>
      <a:lvl3pPr algn="l" defTabSz="18891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9000">
          <a:solidFill>
            <a:schemeClr val="tx1"/>
          </a:solidFill>
          <a:latin typeface="Calibri Light" panose="020F0302020204030204" pitchFamily="34" charset="0"/>
        </a:defRPr>
      </a:lvl3pPr>
      <a:lvl4pPr algn="l" defTabSz="18891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9000">
          <a:solidFill>
            <a:schemeClr val="tx1"/>
          </a:solidFill>
          <a:latin typeface="Calibri Light" panose="020F0302020204030204" pitchFamily="34" charset="0"/>
        </a:defRPr>
      </a:lvl4pPr>
      <a:lvl5pPr algn="l" defTabSz="18891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90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1889125" rtl="0" fontAlgn="base">
        <a:lnSpc>
          <a:spcPct val="90000"/>
        </a:lnSpc>
        <a:spcBef>
          <a:spcPct val="0"/>
        </a:spcBef>
        <a:spcAft>
          <a:spcPct val="0"/>
        </a:spcAft>
        <a:defRPr sz="90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1889125" rtl="0" fontAlgn="base">
        <a:lnSpc>
          <a:spcPct val="90000"/>
        </a:lnSpc>
        <a:spcBef>
          <a:spcPct val="0"/>
        </a:spcBef>
        <a:spcAft>
          <a:spcPct val="0"/>
        </a:spcAft>
        <a:defRPr sz="90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1889125" rtl="0" fontAlgn="base">
        <a:lnSpc>
          <a:spcPct val="90000"/>
        </a:lnSpc>
        <a:spcBef>
          <a:spcPct val="0"/>
        </a:spcBef>
        <a:spcAft>
          <a:spcPct val="0"/>
        </a:spcAft>
        <a:defRPr sz="90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1889125" rtl="0" fontAlgn="base">
        <a:lnSpc>
          <a:spcPct val="90000"/>
        </a:lnSpc>
        <a:spcBef>
          <a:spcPct val="0"/>
        </a:spcBef>
        <a:spcAft>
          <a:spcPct val="0"/>
        </a:spcAft>
        <a:defRPr sz="90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471488" indent="-471488" algn="l" defTabSz="1889125" rtl="0" eaLnBrk="0" fontAlgn="base" hangingPunct="0">
        <a:lnSpc>
          <a:spcPct val="90000"/>
        </a:lnSpc>
        <a:spcBef>
          <a:spcPts val="2063"/>
        </a:spcBef>
        <a:spcAft>
          <a:spcPct val="0"/>
        </a:spcAft>
        <a:buFont typeface="Arial" panose="020B0604020202020204" pitchFamily="34" charset="0"/>
        <a:buChar char="•"/>
        <a:defRPr sz="5700" kern="1200">
          <a:solidFill>
            <a:schemeClr val="tx1"/>
          </a:solidFill>
          <a:latin typeface="+mn-lt"/>
          <a:ea typeface="+mn-ea"/>
          <a:cs typeface="+mn-cs"/>
        </a:defRPr>
      </a:lvl1pPr>
      <a:lvl2pPr marL="1416050" indent="-471488" algn="l" defTabSz="1889125" rtl="0" eaLnBrk="0" fontAlgn="base" hangingPunct="0">
        <a:lnSpc>
          <a:spcPct val="90000"/>
        </a:lnSpc>
        <a:spcBef>
          <a:spcPts val="1038"/>
        </a:spcBef>
        <a:spcAft>
          <a:spcPct val="0"/>
        </a:spcAft>
        <a:buFont typeface="Arial" panose="020B0604020202020204" pitchFamily="34" charset="0"/>
        <a:buChar char="•"/>
        <a:defRPr sz="4900" kern="1200">
          <a:solidFill>
            <a:schemeClr val="tx1"/>
          </a:solidFill>
          <a:latin typeface="+mn-lt"/>
          <a:ea typeface="+mn-ea"/>
          <a:cs typeface="+mn-cs"/>
        </a:defRPr>
      </a:lvl2pPr>
      <a:lvl3pPr marL="2362200" indent="-471488" algn="l" defTabSz="1889125" rtl="0" eaLnBrk="0" fontAlgn="base" hangingPunct="0">
        <a:lnSpc>
          <a:spcPct val="90000"/>
        </a:lnSpc>
        <a:spcBef>
          <a:spcPts val="1038"/>
        </a:spcBef>
        <a:spcAft>
          <a:spcPct val="0"/>
        </a:spcAft>
        <a:buFont typeface="Arial" panose="020B0604020202020204" pitchFamily="34" charset="0"/>
        <a:buChar char="•"/>
        <a:defRPr sz="4100" kern="1200">
          <a:solidFill>
            <a:schemeClr val="tx1"/>
          </a:solidFill>
          <a:latin typeface="+mn-lt"/>
          <a:ea typeface="+mn-ea"/>
          <a:cs typeface="+mn-cs"/>
        </a:defRPr>
      </a:lvl3pPr>
      <a:lvl4pPr marL="3306763" indent="-471488" algn="l" defTabSz="1889125" rtl="0" eaLnBrk="0" fontAlgn="base" hangingPunct="0">
        <a:lnSpc>
          <a:spcPct val="90000"/>
        </a:lnSpc>
        <a:spcBef>
          <a:spcPts val="1038"/>
        </a:spcBef>
        <a:spcAft>
          <a:spcPct val="0"/>
        </a:spcAft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4pPr>
      <a:lvl5pPr marL="4251325" indent="-471488" algn="l" defTabSz="1889125" rtl="0" eaLnBrk="0" fontAlgn="base" hangingPunct="0">
        <a:lnSpc>
          <a:spcPct val="90000"/>
        </a:lnSpc>
        <a:spcBef>
          <a:spcPts val="1038"/>
        </a:spcBef>
        <a:spcAft>
          <a:spcPct val="0"/>
        </a:spcAft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5pPr>
      <a:lvl6pPr marL="5197678" indent="-472516" algn="l" defTabSz="1890065" rtl="0" eaLnBrk="1" latinLnBrk="0" hangingPunct="1">
        <a:lnSpc>
          <a:spcPct val="90000"/>
        </a:lnSpc>
        <a:spcBef>
          <a:spcPts val="1034"/>
        </a:spcBef>
        <a:buFont typeface="Arial" panose="020B0604020202020204" pitchFamily="34" charset="0"/>
        <a:buChar char="•"/>
        <a:defRPr sz="3721" kern="1200">
          <a:solidFill>
            <a:schemeClr val="tx1"/>
          </a:solidFill>
          <a:latin typeface="+mn-lt"/>
          <a:ea typeface="+mn-ea"/>
          <a:cs typeface="+mn-cs"/>
        </a:defRPr>
      </a:lvl6pPr>
      <a:lvl7pPr marL="6142711" indent="-472516" algn="l" defTabSz="1890065" rtl="0" eaLnBrk="1" latinLnBrk="0" hangingPunct="1">
        <a:lnSpc>
          <a:spcPct val="90000"/>
        </a:lnSpc>
        <a:spcBef>
          <a:spcPts val="1034"/>
        </a:spcBef>
        <a:buFont typeface="Arial" panose="020B0604020202020204" pitchFamily="34" charset="0"/>
        <a:buChar char="•"/>
        <a:defRPr sz="3721" kern="1200">
          <a:solidFill>
            <a:schemeClr val="tx1"/>
          </a:solidFill>
          <a:latin typeface="+mn-lt"/>
          <a:ea typeface="+mn-ea"/>
          <a:cs typeface="+mn-cs"/>
        </a:defRPr>
      </a:lvl7pPr>
      <a:lvl8pPr marL="7087743" indent="-472516" algn="l" defTabSz="1890065" rtl="0" eaLnBrk="1" latinLnBrk="0" hangingPunct="1">
        <a:lnSpc>
          <a:spcPct val="90000"/>
        </a:lnSpc>
        <a:spcBef>
          <a:spcPts val="1034"/>
        </a:spcBef>
        <a:buFont typeface="Arial" panose="020B0604020202020204" pitchFamily="34" charset="0"/>
        <a:buChar char="•"/>
        <a:defRPr sz="3721" kern="1200">
          <a:solidFill>
            <a:schemeClr val="tx1"/>
          </a:solidFill>
          <a:latin typeface="+mn-lt"/>
          <a:ea typeface="+mn-ea"/>
          <a:cs typeface="+mn-cs"/>
        </a:defRPr>
      </a:lvl8pPr>
      <a:lvl9pPr marL="8032775" indent="-472516" algn="l" defTabSz="1890065" rtl="0" eaLnBrk="1" latinLnBrk="0" hangingPunct="1">
        <a:lnSpc>
          <a:spcPct val="90000"/>
        </a:lnSpc>
        <a:spcBef>
          <a:spcPts val="1034"/>
        </a:spcBef>
        <a:buFont typeface="Arial" panose="020B0604020202020204" pitchFamily="34" charset="0"/>
        <a:buChar char="•"/>
        <a:defRPr sz="372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90065" rtl="0" eaLnBrk="1" latinLnBrk="0" hangingPunct="1">
        <a:defRPr sz="3721" kern="1200">
          <a:solidFill>
            <a:schemeClr val="tx1"/>
          </a:solidFill>
          <a:latin typeface="+mn-lt"/>
          <a:ea typeface="+mn-ea"/>
          <a:cs typeface="+mn-cs"/>
        </a:defRPr>
      </a:lvl1pPr>
      <a:lvl2pPr marL="945032" algn="l" defTabSz="1890065" rtl="0" eaLnBrk="1" latinLnBrk="0" hangingPunct="1">
        <a:defRPr sz="3721" kern="1200">
          <a:solidFill>
            <a:schemeClr val="tx1"/>
          </a:solidFill>
          <a:latin typeface="+mn-lt"/>
          <a:ea typeface="+mn-ea"/>
          <a:cs typeface="+mn-cs"/>
        </a:defRPr>
      </a:lvl2pPr>
      <a:lvl3pPr marL="1890065" algn="l" defTabSz="1890065" rtl="0" eaLnBrk="1" latinLnBrk="0" hangingPunct="1">
        <a:defRPr sz="3721" kern="1200">
          <a:solidFill>
            <a:schemeClr val="tx1"/>
          </a:solidFill>
          <a:latin typeface="+mn-lt"/>
          <a:ea typeface="+mn-ea"/>
          <a:cs typeface="+mn-cs"/>
        </a:defRPr>
      </a:lvl3pPr>
      <a:lvl4pPr marL="2835097" algn="l" defTabSz="1890065" rtl="0" eaLnBrk="1" latinLnBrk="0" hangingPunct="1">
        <a:defRPr sz="3721" kern="1200">
          <a:solidFill>
            <a:schemeClr val="tx1"/>
          </a:solidFill>
          <a:latin typeface="+mn-lt"/>
          <a:ea typeface="+mn-ea"/>
          <a:cs typeface="+mn-cs"/>
        </a:defRPr>
      </a:lvl4pPr>
      <a:lvl5pPr marL="3780130" algn="l" defTabSz="1890065" rtl="0" eaLnBrk="1" latinLnBrk="0" hangingPunct="1">
        <a:defRPr sz="3721" kern="1200">
          <a:solidFill>
            <a:schemeClr val="tx1"/>
          </a:solidFill>
          <a:latin typeface="+mn-lt"/>
          <a:ea typeface="+mn-ea"/>
          <a:cs typeface="+mn-cs"/>
        </a:defRPr>
      </a:lvl5pPr>
      <a:lvl6pPr marL="4725162" algn="l" defTabSz="1890065" rtl="0" eaLnBrk="1" latinLnBrk="0" hangingPunct="1">
        <a:defRPr sz="3721" kern="1200">
          <a:solidFill>
            <a:schemeClr val="tx1"/>
          </a:solidFill>
          <a:latin typeface="+mn-lt"/>
          <a:ea typeface="+mn-ea"/>
          <a:cs typeface="+mn-cs"/>
        </a:defRPr>
      </a:lvl6pPr>
      <a:lvl7pPr marL="5670194" algn="l" defTabSz="1890065" rtl="0" eaLnBrk="1" latinLnBrk="0" hangingPunct="1">
        <a:defRPr sz="3721" kern="1200">
          <a:solidFill>
            <a:schemeClr val="tx1"/>
          </a:solidFill>
          <a:latin typeface="+mn-lt"/>
          <a:ea typeface="+mn-ea"/>
          <a:cs typeface="+mn-cs"/>
        </a:defRPr>
      </a:lvl7pPr>
      <a:lvl8pPr marL="6615227" algn="l" defTabSz="1890065" rtl="0" eaLnBrk="1" latinLnBrk="0" hangingPunct="1">
        <a:defRPr sz="3721" kern="1200">
          <a:solidFill>
            <a:schemeClr val="tx1"/>
          </a:solidFill>
          <a:latin typeface="+mn-lt"/>
          <a:ea typeface="+mn-ea"/>
          <a:cs typeface="+mn-cs"/>
        </a:defRPr>
      </a:lvl8pPr>
      <a:lvl9pPr marL="7560259" algn="l" defTabSz="1890065" rtl="0" eaLnBrk="1" latinLnBrk="0" hangingPunct="1">
        <a:defRPr sz="372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649E72-7A90-AE25-BA2F-408F884F6E15}"/>
              </a:ext>
            </a:extLst>
          </p:cNvPr>
          <p:cNvSpPr/>
          <p:nvPr/>
        </p:nvSpPr>
        <p:spPr>
          <a:xfrm>
            <a:off x="12230100" y="1000125"/>
            <a:ext cx="5238750" cy="12668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D" sz="2800" b="1" dirty="0">
                <a:solidFill>
                  <a:schemeClr val="tx1"/>
                </a:solidFill>
                <a:latin typeface="Trebuchet MS" panose="020B0603020202020204" pitchFamily="34" charset="0"/>
              </a:rPr>
              <a:t>Replace and Fill your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D" sz="2800" b="1" dirty="0">
                <a:solidFill>
                  <a:schemeClr val="tx1"/>
                </a:solidFill>
                <a:latin typeface="Trebuchet MS" panose="020B0603020202020204" pitchFamily="34" charset="0"/>
              </a:rPr>
              <a:t>Paper ID here (Size 60 pt)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D79DF1-7732-9C86-602D-5F427C98FFE0}"/>
              </a:ext>
            </a:extLst>
          </p:cNvPr>
          <p:cNvSpPr>
            <a:spLocks/>
          </p:cNvSpPr>
          <p:nvPr/>
        </p:nvSpPr>
        <p:spPr>
          <a:xfrm>
            <a:off x="2005013" y="7851775"/>
            <a:ext cx="14752637" cy="3763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D" sz="7000" b="1" dirty="0">
                <a:solidFill>
                  <a:schemeClr val="tx1"/>
                </a:solidFill>
                <a:latin typeface="Trebuchet MS" panose="020B0603020202020204" pitchFamily="34" charset="0"/>
              </a:rPr>
              <a:t>Paper Title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D" sz="7000" b="1" dirty="0">
                <a:solidFill>
                  <a:schemeClr val="tx1"/>
                </a:solidFill>
                <a:latin typeface="Trebuchet MS" panose="020B0603020202020204" pitchFamily="34" charset="0"/>
              </a:rPr>
              <a:t>(70 </a:t>
            </a:r>
            <a:r>
              <a:rPr lang="en-ID" sz="7000" b="1" dirty="0" err="1">
                <a:solidFill>
                  <a:schemeClr val="tx1"/>
                </a:solidFill>
                <a:latin typeface="Trebuchet MS" panose="020B0603020202020204" pitchFamily="34" charset="0"/>
              </a:rPr>
              <a:t>pt</a:t>
            </a:r>
            <a:r>
              <a:rPr lang="en-ID" sz="7000" b="1" dirty="0">
                <a:solidFill>
                  <a:schemeClr val="tx1"/>
                </a:solidFill>
                <a:latin typeface="Trebuchet MS" panose="020B0603020202020204" pitchFamily="34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81CEA1-B05E-6A24-65C2-CA9ECB64213B}"/>
              </a:ext>
            </a:extLst>
          </p:cNvPr>
          <p:cNvSpPr/>
          <p:nvPr/>
        </p:nvSpPr>
        <p:spPr>
          <a:xfrm>
            <a:off x="2005013" y="11615738"/>
            <a:ext cx="14752637" cy="1990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D" sz="4500" dirty="0">
                <a:solidFill>
                  <a:schemeClr val="tx1"/>
                </a:solidFill>
                <a:latin typeface="Trebuchet MS" panose="020B0603020202020204" pitchFamily="34" charset="0"/>
              </a:rPr>
              <a:t>Author(s)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D" sz="4500" dirty="0">
                <a:solidFill>
                  <a:schemeClr val="tx1"/>
                </a:solidFill>
                <a:latin typeface="Trebuchet MS" panose="020B0603020202020204" pitchFamily="34" charset="0"/>
              </a:rPr>
              <a:t>(45 </a:t>
            </a:r>
            <a:r>
              <a:rPr lang="en-ID" sz="4500" dirty="0" err="1">
                <a:solidFill>
                  <a:schemeClr val="tx1"/>
                </a:solidFill>
                <a:latin typeface="Trebuchet MS" panose="020B0603020202020204" pitchFamily="34" charset="0"/>
              </a:rPr>
              <a:t>pt</a:t>
            </a:r>
            <a:r>
              <a:rPr lang="en-ID" sz="4500" dirty="0">
                <a:solidFill>
                  <a:schemeClr val="tx1"/>
                </a:solidFill>
                <a:latin typeface="Trebuchet MS" panose="020B0603020202020204" pitchFamily="34" charset="0"/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3F8FED-0C65-24EA-AF7D-F8CB35F022FD}"/>
              </a:ext>
            </a:extLst>
          </p:cNvPr>
          <p:cNvSpPr/>
          <p:nvPr/>
        </p:nvSpPr>
        <p:spPr>
          <a:xfrm>
            <a:off x="2005013" y="13606463"/>
            <a:ext cx="14752637" cy="1149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D" sz="4000" dirty="0">
                <a:solidFill>
                  <a:schemeClr val="tx1"/>
                </a:solidFill>
                <a:latin typeface="Trebuchet MS" panose="020B0603020202020204" pitchFamily="34" charset="0"/>
              </a:rPr>
              <a:t>Affiliation(s)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FF1E55-1280-D3D9-B277-A27E1F4ECD73}"/>
              </a:ext>
            </a:extLst>
          </p:cNvPr>
          <p:cNvSpPr/>
          <p:nvPr/>
        </p:nvSpPr>
        <p:spPr>
          <a:xfrm>
            <a:off x="2074863" y="14993938"/>
            <a:ext cx="14751050" cy="94503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chemeClr val="tx1"/>
                </a:solidFill>
                <a:latin typeface="Trebuchet MS" panose="020B0603020202020204" pitchFamily="34" charset="0"/>
              </a:rPr>
              <a:t>Poster Guidelines </a:t>
            </a:r>
          </a:p>
          <a:p>
            <a:pPr marL="571500" indent="-5715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4000" dirty="0">
                <a:solidFill>
                  <a:schemeClr val="tx1"/>
                </a:solidFill>
                <a:latin typeface="Trebuchet MS" panose="020B0603020202020204" pitchFamily="34" charset="0"/>
              </a:rPr>
              <a:t>The poster should be well organized and include the following sections: </a:t>
            </a:r>
            <a:r>
              <a:rPr lang="en-US" sz="4000" b="1" dirty="0">
                <a:solidFill>
                  <a:schemeClr val="tx1"/>
                </a:solidFill>
                <a:latin typeface="Trebuchet MS" panose="020B0603020202020204" pitchFamily="34" charset="0"/>
              </a:rPr>
              <a:t>Introduction, Methods/Methodology, Results, and Discussion</a:t>
            </a:r>
            <a:r>
              <a:rPr lang="en-US" sz="4000" dirty="0">
                <a:solidFill>
                  <a:schemeClr val="tx1"/>
                </a:solidFill>
                <a:latin typeface="Trebuchet MS" panose="020B0603020202020204" pitchFamily="34" charset="0"/>
              </a:rPr>
              <a:t>.</a:t>
            </a:r>
          </a:p>
          <a:p>
            <a:pPr marL="571500" indent="-5715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4000" dirty="0">
                <a:solidFill>
                  <a:schemeClr val="tx1"/>
                </a:solidFill>
                <a:latin typeface="Trebuchet MS" panose="020B0603020202020204" pitchFamily="34" charset="0"/>
              </a:rPr>
              <a:t>All text, figures, tables, and images must </a:t>
            </a:r>
            <a:r>
              <a:rPr lang="en-US" sz="4000" b="1" dirty="0">
                <a:solidFill>
                  <a:schemeClr val="tx1"/>
                </a:solidFill>
                <a:latin typeface="Trebuchet MS" panose="020B0603020202020204" pitchFamily="34" charset="0"/>
              </a:rPr>
              <a:t>be clear, readable, and easily visible</a:t>
            </a:r>
            <a:r>
              <a:rPr lang="en-US" sz="4000" dirty="0">
                <a:solidFill>
                  <a:schemeClr val="tx1"/>
                </a:solidFill>
                <a:latin typeface="Trebuchet MS" panose="020B0603020202020204" pitchFamily="34" charset="0"/>
              </a:rPr>
              <a:t> to the audience.</a:t>
            </a:r>
          </a:p>
          <a:p>
            <a:pPr marL="571500" indent="-5715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4000" dirty="0">
                <a:solidFill>
                  <a:schemeClr val="tx1"/>
                </a:solidFill>
                <a:latin typeface="Trebuchet MS" panose="020B0603020202020204" pitchFamily="34" charset="0"/>
              </a:rPr>
              <a:t>The poster should present an engaging </a:t>
            </a:r>
            <a:r>
              <a:rPr lang="en-US" sz="4000" b="1" dirty="0">
                <a:solidFill>
                  <a:schemeClr val="tx1"/>
                </a:solidFill>
                <a:latin typeface="Trebuchet MS" panose="020B0603020202020204" pitchFamily="34" charset="0"/>
              </a:rPr>
              <a:t>visual narrative </a:t>
            </a:r>
            <a:r>
              <a:rPr lang="en-US" sz="4000" dirty="0">
                <a:solidFill>
                  <a:schemeClr val="tx1"/>
                </a:solidFill>
                <a:latin typeface="Trebuchet MS" panose="020B0603020202020204" pitchFamily="34" charset="0"/>
              </a:rPr>
              <a:t>that effectively communicates the research and attracts audience interest.</a:t>
            </a:r>
          </a:p>
          <a:p>
            <a:pPr marL="571500" indent="-571500" algn="just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4000" dirty="0">
                <a:solidFill>
                  <a:schemeClr val="tx1"/>
                </a:solidFill>
                <a:latin typeface="Trebuchet MS" panose="020B0603020202020204" pitchFamily="34" charset="0"/>
              </a:rPr>
              <a:t>Posters must be prepared </a:t>
            </a:r>
            <a:r>
              <a:rPr lang="en-US" sz="4000" b="1" dirty="0">
                <a:solidFill>
                  <a:schemeClr val="tx1"/>
                </a:solidFill>
                <a:latin typeface="Trebuchet MS" panose="020B0603020202020204" pitchFamily="34" charset="0"/>
              </a:rPr>
              <a:t>and printed in X-banner format </a:t>
            </a:r>
            <a:r>
              <a:rPr lang="en-US" sz="4000" dirty="0">
                <a:solidFill>
                  <a:schemeClr val="tx1"/>
                </a:solidFill>
                <a:latin typeface="Trebuchet MS" panose="020B0603020202020204" pitchFamily="34" charset="0"/>
              </a:rPr>
              <a:t>with a size of </a:t>
            </a:r>
            <a:r>
              <a:rPr lang="en-US" sz="4000" b="1" dirty="0">
                <a:solidFill>
                  <a:schemeClr val="tx1"/>
                </a:solidFill>
                <a:latin typeface="Trebuchet MS" panose="020B0603020202020204" pitchFamily="34" charset="0"/>
              </a:rPr>
              <a:t>60 × 160 cm</a:t>
            </a:r>
            <a:r>
              <a:rPr lang="en-US" sz="4000" dirty="0">
                <a:solidFill>
                  <a:schemeClr val="tx1"/>
                </a:solidFill>
                <a:latin typeface="Trebuchet MS" panose="020B0603020202020204" pitchFamily="34" charset="0"/>
              </a:rPr>
              <a:t>.</a:t>
            </a:r>
            <a:endParaRPr lang="en-ID" sz="400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140</TotalTime>
  <Words>113</Words>
  <Application>Microsoft Office PowerPoint</Application>
  <PresentationFormat>Kustom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4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</vt:i4>
      </vt:variant>
    </vt:vector>
  </HeadingPairs>
  <TitlesOfParts>
    <vt:vector size="6" baseType="lpstr">
      <vt:lpstr>Calibri</vt:lpstr>
      <vt:lpstr>Arial</vt:lpstr>
      <vt:lpstr>Calibri Light</vt:lpstr>
      <vt:lpstr>Trebuchet MS</vt:lpstr>
      <vt:lpstr>Office Theme</vt:lpstr>
      <vt:lpstr>Presentasi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Faris</dc:creator>
  <cp:lastModifiedBy>Ammar Hanafi</cp:lastModifiedBy>
  <cp:revision>15</cp:revision>
  <dcterms:created xsi:type="dcterms:W3CDTF">2019-01-23T05:48:50Z</dcterms:created>
  <dcterms:modified xsi:type="dcterms:W3CDTF">2026-06-28T23:36:10Z</dcterms:modified>
</cp:coreProperties>
</file>